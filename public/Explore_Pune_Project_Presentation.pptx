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(पुण्यनगरी • सह्याद्री)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Cultural Heritage, Sahyadri Trails &amp; Smart AI Tourism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Pune Tourism Platform with 111+ Verified Landmarks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Trip Planner with Live Transit &amp; PMPML/Metro Fare Calculation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Cinematic "My Journey" Travel Storybook with Animated Route Playback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Milestones, Community Photo Gallery &amp; Dual Feedback Notification Engine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Suraj Dhok &amp; Sahil Jadhav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 &amp;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fragmented tourism data &amp; lack of intelligent travel guidance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Information: Hours, entry fees, and transit options in Pune are scattered and often outdated.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Sahyadri Heritage Awareness: Young travelers and trekkers need reliable historical context and safety guidance.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Personal Travel Diary: No platform preserves a visitor’s day-by-day exploration journey with interactive route maps.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Opportunity: A unified, authentic, bilingual (English/Marathi) web platform designed specifically for Pune's cultural and geographical landscape.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2 of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Architecture &amp; 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performant, and scalable full-stack web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 Framework: Next.js 16.4.2 (App Router with Turbopack) &amp; React 19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Styling &amp; Responsiveness: Tailwind CSS v4 + custom responsive system (0 horizontal overflow)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&amp; Cloud Database: Firebase Cloud Firestore + Firebase Admin SDK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Authentication: Firebase Auth (Email/Password &amp; Google Sign-In)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Artificial Intelligence: Google Gemini API (@google/generative-ai) for itinerary planning &amp; chatbot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&amp; Graphics: MapLibre GL JS + Custom Hand-Crafted SVG Animated Route Engine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&amp; Presentation Export: jsPDF for verified itineraries and milestone certificates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3 of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Features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capabilities serving tourists, trekkers, and history enthusiasts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Explore Engine: 111+ published places across Forts, Heritage, Nature, Temples, and Museums.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Operational Status: Dynamic Open/Closed indicators based on verified visiting hours.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Trip Planner: 3 distinct plan options based on budget, travel pace, and start location.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Public Transit: Live PMPML pass calculations (₹70 PMC/PCMC, ₹150 All-route) &amp; Metro line info.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 Journey Storybook: 3-level travel log (Today, Date-wise Timeline, and Overall Conquer Map).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&amp; Milestones: Badges for check-ins, public photo galleries, and printable certificates.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4 of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"My Journey" Cinematic Travel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exploration into an interactive digital storybook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1 — Today’s Journey: Live tracking of current day trips, stop completions, and remaining distance.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2 — Date-Wise History: Calendar &amp; timeline browsing of past explorations (e.g., 14 June, 20 Oct).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 3 — Overall Conquest: Combined exploration map of Pune with aggregate km traveled and places conquered.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Animated Route Playback: Smooth Bezier SVG animated curves connecting Pune coordinates with ripple markers.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Audio Pronunciation: Marathi native audio assistance for cultural landmarks.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5 of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AI Trip Planner &amp; Smart Transit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algorithmic &amp; LLM intelligence for realistic day tours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Grounded Context: Gemini API receives authentic Firestore data—eliminating hallucinations.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Multi-Modal Routing: Incorporates road travel, PMPML bus numbers, and Pune Metro Aqua/Purple lines.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Estimation: Accurate daily passes (₹70 local / ₹150 full-network) and monument entrance fees.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Guided Tour Mode: Step-by-step navigation allowing real-time place check-ins on active trips.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Exportable PDF: Generates branded PDF itineraries complete with timings, maps, and transit guidance.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6 of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Gamification, Community &amp;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user retention and crowd-sourced verification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 Badges: Puneri Explorer, Sahyadri Trekker, Peshwa Heritage, and Cultural Sentinel awards.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 Verification: Upload visit proof with privacy control (Public community photo vs Private personal log).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Dual-Notification Feedback: Submitting feedback saves to Firestore and triggers dual automated emails: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User Confirmation: Personalized polite reply with PuneTRAIL branding.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Admin Notification: Instant alert delivered to project leads (Suraj Dhok &amp; Sahil Jadhav).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7 of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Quality Assurance &amp; Engineering Rigor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results ensuring production readiness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TypeScript Strict Mode: 0 errors across 200+ source files.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ESLint Standard: 0 warnings and 0 errors.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 Suite: 23/23 tests passing with Vitest (Security, Planner, Journey, Distance math).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Design: Verified 0 horizontal overflow across all screens (375px mobile to 1920px desktop).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Hydration Stability: Clean SSR hydration with next/script and suppressHydrationWarning compliance.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 LocalStorage: Corruption-resistant JSON parsing and array validation guards.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8 of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Deployment &amp; Hosting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links and repository access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Hosting Site: https://punetrail.web.app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Alternative Deployment: https://explore-pune.vercel.app (1-Click Vercel GitHub Integration)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Source Repository: https://github.com/sj176644-maker/ExplorePune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Production Server: http://localhost:3000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Deployment: Auto-build triggers on git push to the main branch.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9 of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Future Roadmap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Pune's premier digital tourism 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PWA &amp; Sahyadri Topographic GPS: Offline caching for high-altitude fort treks with weak cellular signal.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Augmented Reality (AR) Views: 3D architectural reconstructions of historic structures (Shaniwar Wada, Lal Mahal).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 Guide Integration: GPS-triggered audio walking tours narrated in Marathi, English, and Hindi.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Summary: Explore Pune is a fully functional, production-ready, highly localized digital ecosystem.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Questions &amp; Discussion.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Pune (PuneTRAIL) | Slide 10 of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Explore Pune (PuneTRAIL)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Explore Pune - Project Presentation</dc:title>
  <dc:subject>PptxGenJS Presentation</dc:subject>
  <dc:creator>Suraj Dhok &amp; Sahil Jadhav</dc:creator>
  <cp:lastModifiedBy>Suraj Dhok &amp; Sahil Jadhav</cp:lastModifiedBy>
  <cp:revision>1</cp:revision>
  <dcterms:created xsi:type="dcterms:W3CDTF">2026-10-21T08:00:00Z</dcterms:created>
  <dcterms:modified xsi:type="dcterms:W3CDTF">2026-10-21T08:00:00Z</dcterms:modified>
</cp:coreProperties>
</file>